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_w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0485"/>
            <a:ext cx="11612880" cy="6787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2230"/>
            <a:ext cx="11612880" cy="6795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宁若清</cp:lastModifiedBy>
  <cp:revision>2</cp:revision>
  <dcterms:created xsi:type="dcterms:W3CDTF">2013-01-27T09:14:00Z</dcterms:created>
  <dcterms:modified xsi:type="dcterms:W3CDTF">2026-07-30T15:51:50Z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565332C2F73948B1BC66D026D2D60119_12</vt:lpwstr>
  </property>
  <property fmtid="{D5CDD505-2E9C-101B-9397-08002B2CF9AE}" pid="3" name="KSOProductBuildVer">
    <vt:lpwstr>2052-12.1.0.26899</vt:lpwstr>
  </property>
</Properties>
</file>